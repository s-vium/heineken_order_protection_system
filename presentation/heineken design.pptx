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53"/>
    <p:restoredTop sz="94640"/>
  </p:normalViewPr>
  <p:slideViewPr>
    <p:cSldViewPr snapToGrid="0">
      <p:cViewPr varScale="1">
        <p:scale>
          <a:sx n="75" d="100"/>
          <a:sy n="75" d="100"/>
        </p:scale>
        <p:origin x="16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80067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9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9577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38447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27986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3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</a:p>
          <a:p>
            <a:pPr marL="228600" lvl="1" indent="-228600"/>
            <a:r>
              <a:rPr lang="en-GB"/>
              <a:t>Second level</a:t>
            </a:r>
          </a:p>
          <a:p>
            <a:pPr marL="228600" lvl="2" indent="-228600"/>
            <a:r>
              <a:rPr lang="en-GB"/>
              <a:t>Third level</a:t>
            </a:r>
          </a:p>
          <a:p>
            <a:pPr marL="228600" lvl="3" indent="-228600"/>
            <a:r>
              <a:rPr lang="en-GB"/>
              <a:t>Fourth level</a:t>
            </a:r>
          </a:p>
          <a:p>
            <a:pPr marL="228600" lvl="4" indent="-228600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96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840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249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9657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10172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DK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917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951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28236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876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55465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12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011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9380682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15256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418820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759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52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39738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251162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942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8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6713AAD-A729-444A-A48C-39D39681B0D7}" type="datetimeFigureOut">
              <a:rPr lang="en-DK" smtClean="0"/>
              <a:t>06/10/2026</a:t>
            </a:fld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46568DA4-3F6A-A341-8DB3-67893C5F9A34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12509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4000">
              <a:schemeClr val="accent6"/>
            </a:gs>
            <a:gs pos="21000">
              <a:schemeClr val="accent2"/>
            </a:gs>
            <a:gs pos="80000">
              <a:schemeClr val="accent1"/>
            </a:gs>
            <a:gs pos="62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313C-262E-AEE8-E85F-734F554BB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AE8FE-A7D4-0481-768B-EE9A96C356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4" name="Picture 3" descr="Heineken® Beer | The Icon Heineken | Heineken.com">
            <a:extLst>
              <a:ext uri="{FF2B5EF4-FFF2-40B4-BE49-F238E27FC236}">
                <a16:creationId xmlns:a16="http://schemas.microsoft.com/office/drawing/2014/main" id="{CED2E68C-4547-CBAC-E58D-5BB28A5A7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909" y="1067937"/>
            <a:ext cx="34305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86638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4">
      <a:dk1>
        <a:srgbClr val="757575"/>
      </a:dk1>
      <a:lt1>
        <a:srgbClr val="FFFFFF"/>
      </a:lt1>
      <a:dk2>
        <a:srgbClr val="000000"/>
      </a:dk2>
      <a:lt2>
        <a:srgbClr val="F9EFEC"/>
      </a:lt2>
      <a:accent1>
        <a:srgbClr val="85BB21"/>
      </a:accent1>
      <a:accent2>
        <a:srgbClr val="006321"/>
      </a:accent2>
      <a:accent3>
        <a:srgbClr val="2C8C2A"/>
      </a:accent3>
      <a:accent4>
        <a:srgbClr val="C3DA8F"/>
      </a:accent4>
      <a:accent5>
        <a:srgbClr val="008935"/>
      </a:accent5>
      <a:accent6>
        <a:srgbClr val="002A03"/>
      </a:accent6>
      <a:hlink>
        <a:srgbClr val="65AE2A"/>
      </a:hlink>
      <a:folHlink>
        <a:srgbClr val="7DB940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1059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Film Burn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VIUM, Sofie Boegelund</dc:creator>
  <cp:lastModifiedBy>VIUM, Sofie Boegelund</cp:lastModifiedBy>
  <cp:revision>1</cp:revision>
  <dcterms:created xsi:type="dcterms:W3CDTF">2026-10-06T13:54:02Z</dcterms:created>
  <dcterms:modified xsi:type="dcterms:W3CDTF">2026-10-07T07:34:01Z</dcterms:modified>
</cp:coreProperties>
</file>